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92" r:id="rId5"/>
    <p:sldId id="455" r:id="rId6"/>
    <p:sldId id="454" r:id="rId7"/>
    <p:sldId id="456" r:id="rId8"/>
    <p:sldId id="458" r:id="rId9"/>
    <p:sldId id="457" r:id="rId10"/>
    <p:sldId id="460" r:id="rId11"/>
    <p:sldId id="461" r:id="rId12"/>
    <p:sldId id="462" r:id="rId13"/>
    <p:sldId id="453" r:id="rId1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2" roundtripDataSignature="AMtx7mhRG2toBeOC4BNvKcpfcYOa9WA1xA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44F650-5DAD-7CDD-FC19-059D923879DE}" name="Chiara D'Ambrogio" initials="CD" userId="S::10714679@polimi.it::dc308f96-9eff-4674-a19c-3881ed0f5156" providerId="AD"/>
  <p188:author id="{0EFA5860-A495-394F-2075-971782E8688E}" name="Giulio Bianca" initials="" userId="S::10768699@polimi.it::e901401c-4959-41a1-8ac5-b80bca404ee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8FA5"/>
    <a:srgbClr val="4E81BD"/>
    <a:srgbClr val="E97131"/>
    <a:srgbClr val="1A6A24"/>
    <a:srgbClr val="119DD5"/>
    <a:srgbClr val="376092"/>
    <a:srgbClr val="50719A"/>
    <a:srgbClr val="95B3D7"/>
    <a:srgbClr val="16731B"/>
    <a:srgbClr val="009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DE8A49-CD96-744E-9487-FB44F6E9D559}" v="35" dt="2025-12-14T19:56:48.517"/>
  </p1510:revLst>
</p1510:revInfo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Stile con tema 1 - Color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FD0F851-EC5A-4D38-B0AD-8093EC10F338}" styleName="Stile chiaro 1 - Color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24"/>
    <p:restoredTop sz="94623"/>
  </p:normalViewPr>
  <p:slideViewPr>
    <p:cSldViewPr snapToGrid="0">
      <p:cViewPr varScale="1">
        <p:scale>
          <a:sx n="101" d="100"/>
          <a:sy n="101" d="100"/>
        </p:scale>
        <p:origin x="132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93" Type="http://schemas.openxmlformats.org/officeDocument/2006/relationships/presProps" Target="presProps.xml"/><Relationship Id="rId98" Type="http://schemas.microsoft.com/office/2018/10/relationships/authors" Target="authors.xml"/><Relationship Id="rId3" Type="http://schemas.openxmlformats.org/officeDocument/2006/relationships/customXml" Target="../customXml/item3.xml"/><Relationship Id="rId97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92" Type="http://customschemas.google.com/relationships/presentationmetadata" Target="metadata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9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95" Type="http://schemas.openxmlformats.org/officeDocument/2006/relationships/theme" Target="theme/theme1.xml"/><Relationship Id="rId10" Type="http://schemas.openxmlformats.org/officeDocument/2006/relationships/slide" Target="slides/slide6.xml"/><Relationship Id="rId9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11866CD6-F3C0-9E50-66EC-EC9A3D1C88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CF0E77A-E986-3169-BAD5-1D297890C0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251526-3757-4CA9-A59B-01E6EE916353}" type="datetimeFigureOut">
              <a:rPr lang="it-IT" smtClean="0"/>
              <a:t>13/12/25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947E1D7-707C-5AEA-4123-5DA501F7106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C0410B6-6005-13D5-26E5-2C9353FD21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F3CEF-8E35-4B03-8638-68FA2EDA19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264027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1" name="Google Shape;3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49005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80DFE-73D2-08A9-FA88-81FC9F09F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819F085-33D7-E871-3ACF-DAB8D763D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2C9926A-BE45-334C-2A66-535C4808D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7846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5D031-4B22-0F90-AEB6-6BA5F01BC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1A7529B-9462-BFBB-ACBA-3AD35E5033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B104884-5AE2-6C8C-8508-4A9B5B9A5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7618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5AA63-65FA-A79F-3091-59B639C93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78A02ED-31D8-A698-CFF5-681AA7A73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0830F79-8751-62A0-9DB5-849C53A33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86869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contenuto" type="obj">
  <p:cSld name="OBJEC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/>
          <p:nvPr/>
        </p:nvSpPr>
        <p:spPr>
          <a:xfrm>
            <a:off x="0" y="1"/>
            <a:ext cx="9144000" cy="1269904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1"/>
          <p:cNvSpPr txBox="1">
            <a:spLocks noGrp="1"/>
          </p:cNvSpPr>
          <p:nvPr>
            <p:ph type="title"/>
          </p:nvPr>
        </p:nvSpPr>
        <p:spPr>
          <a:xfrm>
            <a:off x="288521" y="139166"/>
            <a:ext cx="8581043" cy="8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323726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11"/>
          <p:cNvSpPr/>
          <p:nvPr/>
        </p:nvSpPr>
        <p:spPr>
          <a:xfrm>
            <a:off x="0" y="6126162"/>
            <a:ext cx="9144000" cy="731837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0" name="Google Shape;140;p11"/>
          <p:cNvGrpSpPr/>
          <p:nvPr/>
        </p:nvGrpSpPr>
        <p:grpSpPr>
          <a:xfrm>
            <a:off x="48007" y="1089904"/>
            <a:ext cx="9036647" cy="180000"/>
            <a:chOff x="1218340" y="275867"/>
            <a:chExt cx="17715122" cy="567843"/>
          </a:xfrm>
        </p:grpSpPr>
        <p:cxnSp>
          <p:nvCxnSpPr>
            <p:cNvPr id="141" name="Google Shape;141;p11"/>
            <p:cNvCxnSpPr/>
            <p:nvPr/>
          </p:nvCxnSpPr>
          <p:spPr>
            <a:xfrm>
              <a:off x="121834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2" name="Google Shape;142;p11"/>
            <p:cNvCxnSpPr/>
            <p:nvPr/>
          </p:nvCxnSpPr>
          <p:spPr>
            <a:xfrm>
              <a:off x="136720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3" name="Google Shape;143;p11"/>
            <p:cNvCxnSpPr/>
            <p:nvPr/>
          </p:nvCxnSpPr>
          <p:spPr>
            <a:xfrm>
              <a:off x="151607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4" name="Google Shape;144;p11"/>
            <p:cNvCxnSpPr/>
            <p:nvPr/>
          </p:nvCxnSpPr>
          <p:spPr>
            <a:xfrm>
              <a:off x="166494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5" name="Google Shape;145;p11"/>
            <p:cNvCxnSpPr/>
            <p:nvPr/>
          </p:nvCxnSpPr>
          <p:spPr>
            <a:xfrm>
              <a:off x="181380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6" name="Google Shape;146;p11"/>
            <p:cNvCxnSpPr/>
            <p:nvPr/>
          </p:nvCxnSpPr>
          <p:spPr>
            <a:xfrm>
              <a:off x="196267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7" name="Google Shape;147;p11"/>
            <p:cNvCxnSpPr/>
            <p:nvPr/>
          </p:nvCxnSpPr>
          <p:spPr>
            <a:xfrm>
              <a:off x="211154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8" name="Google Shape;148;p11"/>
            <p:cNvCxnSpPr/>
            <p:nvPr/>
          </p:nvCxnSpPr>
          <p:spPr>
            <a:xfrm>
              <a:off x="226040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9" name="Google Shape;149;p11"/>
            <p:cNvCxnSpPr/>
            <p:nvPr/>
          </p:nvCxnSpPr>
          <p:spPr>
            <a:xfrm>
              <a:off x="240927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0" name="Google Shape;150;p11"/>
            <p:cNvCxnSpPr/>
            <p:nvPr/>
          </p:nvCxnSpPr>
          <p:spPr>
            <a:xfrm>
              <a:off x="255814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1" name="Google Shape;151;p11"/>
            <p:cNvCxnSpPr/>
            <p:nvPr/>
          </p:nvCxnSpPr>
          <p:spPr>
            <a:xfrm>
              <a:off x="270701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2" name="Google Shape;152;p11"/>
            <p:cNvCxnSpPr/>
            <p:nvPr/>
          </p:nvCxnSpPr>
          <p:spPr>
            <a:xfrm>
              <a:off x="285587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3" name="Google Shape;153;p11"/>
            <p:cNvCxnSpPr/>
            <p:nvPr/>
          </p:nvCxnSpPr>
          <p:spPr>
            <a:xfrm>
              <a:off x="300474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4" name="Google Shape;154;p11"/>
            <p:cNvCxnSpPr/>
            <p:nvPr/>
          </p:nvCxnSpPr>
          <p:spPr>
            <a:xfrm>
              <a:off x="315361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5" name="Google Shape;155;p11"/>
            <p:cNvCxnSpPr/>
            <p:nvPr/>
          </p:nvCxnSpPr>
          <p:spPr>
            <a:xfrm>
              <a:off x="330247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6" name="Google Shape;156;p11"/>
            <p:cNvCxnSpPr/>
            <p:nvPr/>
          </p:nvCxnSpPr>
          <p:spPr>
            <a:xfrm>
              <a:off x="345134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7" name="Google Shape;157;p11"/>
            <p:cNvCxnSpPr/>
            <p:nvPr/>
          </p:nvCxnSpPr>
          <p:spPr>
            <a:xfrm>
              <a:off x="360021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8" name="Google Shape;158;p11"/>
            <p:cNvCxnSpPr/>
            <p:nvPr/>
          </p:nvCxnSpPr>
          <p:spPr>
            <a:xfrm>
              <a:off x="374907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9" name="Google Shape;159;p11"/>
            <p:cNvCxnSpPr/>
            <p:nvPr/>
          </p:nvCxnSpPr>
          <p:spPr>
            <a:xfrm>
              <a:off x="389794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0" name="Google Shape;160;p11"/>
            <p:cNvCxnSpPr/>
            <p:nvPr/>
          </p:nvCxnSpPr>
          <p:spPr>
            <a:xfrm>
              <a:off x="404681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1" name="Google Shape;161;p11"/>
            <p:cNvCxnSpPr/>
            <p:nvPr/>
          </p:nvCxnSpPr>
          <p:spPr>
            <a:xfrm>
              <a:off x="419568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2" name="Google Shape;162;p11"/>
            <p:cNvCxnSpPr/>
            <p:nvPr/>
          </p:nvCxnSpPr>
          <p:spPr>
            <a:xfrm>
              <a:off x="434454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3" name="Google Shape;163;p11"/>
            <p:cNvCxnSpPr/>
            <p:nvPr/>
          </p:nvCxnSpPr>
          <p:spPr>
            <a:xfrm>
              <a:off x="449341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4" name="Google Shape;164;p11"/>
            <p:cNvCxnSpPr/>
            <p:nvPr/>
          </p:nvCxnSpPr>
          <p:spPr>
            <a:xfrm>
              <a:off x="464228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5" name="Google Shape;165;p11"/>
            <p:cNvCxnSpPr/>
            <p:nvPr/>
          </p:nvCxnSpPr>
          <p:spPr>
            <a:xfrm>
              <a:off x="479114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6" name="Google Shape;166;p11"/>
            <p:cNvCxnSpPr/>
            <p:nvPr/>
          </p:nvCxnSpPr>
          <p:spPr>
            <a:xfrm>
              <a:off x="494001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7" name="Google Shape;167;p11"/>
            <p:cNvCxnSpPr/>
            <p:nvPr/>
          </p:nvCxnSpPr>
          <p:spPr>
            <a:xfrm>
              <a:off x="508888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8" name="Google Shape;168;p11"/>
            <p:cNvCxnSpPr/>
            <p:nvPr/>
          </p:nvCxnSpPr>
          <p:spPr>
            <a:xfrm>
              <a:off x="523774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9" name="Google Shape;169;p11"/>
            <p:cNvCxnSpPr/>
            <p:nvPr/>
          </p:nvCxnSpPr>
          <p:spPr>
            <a:xfrm>
              <a:off x="538661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0" name="Google Shape;170;p11"/>
            <p:cNvCxnSpPr/>
            <p:nvPr/>
          </p:nvCxnSpPr>
          <p:spPr>
            <a:xfrm>
              <a:off x="553548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1" name="Google Shape;171;p11"/>
            <p:cNvCxnSpPr/>
            <p:nvPr/>
          </p:nvCxnSpPr>
          <p:spPr>
            <a:xfrm>
              <a:off x="568435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2" name="Google Shape;172;p11"/>
            <p:cNvCxnSpPr/>
            <p:nvPr/>
          </p:nvCxnSpPr>
          <p:spPr>
            <a:xfrm>
              <a:off x="583321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3" name="Google Shape;173;p11"/>
            <p:cNvCxnSpPr/>
            <p:nvPr/>
          </p:nvCxnSpPr>
          <p:spPr>
            <a:xfrm>
              <a:off x="598208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4" name="Google Shape;174;p11"/>
            <p:cNvCxnSpPr/>
            <p:nvPr/>
          </p:nvCxnSpPr>
          <p:spPr>
            <a:xfrm>
              <a:off x="613095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5" name="Google Shape;175;p11"/>
            <p:cNvCxnSpPr/>
            <p:nvPr/>
          </p:nvCxnSpPr>
          <p:spPr>
            <a:xfrm>
              <a:off x="627981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6" name="Google Shape;176;p11"/>
            <p:cNvCxnSpPr/>
            <p:nvPr/>
          </p:nvCxnSpPr>
          <p:spPr>
            <a:xfrm>
              <a:off x="642868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7" name="Google Shape;177;p11"/>
            <p:cNvCxnSpPr/>
            <p:nvPr/>
          </p:nvCxnSpPr>
          <p:spPr>
            <a:xfrm>
              <a:off x="657755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8" name="Google Shape;178;p11"/>
            <p:cNvCxnSpPr/>
            <p:nvPr/>
          </p:nvCxnSpPr>
          <p:spPr>
            <a:xfrm>
              <a:off x="672641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9" name="Google Shape;179;p11"/>
            <p:cNvCxnSpPr/>
            <p:nvPr/>
          </p:nvCxnSpPr>
          <p:spPr>
            <a:xfrm>
              <a:off x="687528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0" name="Google Shape;180;p11"/>
            <p:cNvCxnSpPr/>
            <p:nvPr/>
          </p:nvCxnSpPr>
          <p:spPr>
            <a:xfrm>
              <a:off x="702415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1" name="Google Shape;181;p11"/>
            <p:cNvCxnSpPr/>
            <p:nvPr/>
          </p:nvCxnSpPr>
          <p:spPr>
            <a:xfrm>
              <a:off x="717302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2" name="Google Shape;182;p11"/>
            <p:cNvCxnSpPr/>
            <p:nvPr/>
          </p:nvCxnSpPr>
          <p:spPr>
            <a:xfrm>
              <a:off x="732188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3" name="Google Shape;183;p11"/>
            <p:cNvCxnSpPr/>
            <p:nvPr/>
          </p:nvCxnSpPr>
          <p:spPr>
            <a:xfrm>
              <a:off x="747075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4" name="Google Shape;184;p11"/>
            <p:cNvCxnSpPr/>
            <p:nvPr/>
          </p:nvCxnSpPr>
          <p:spPr>
            <a:xfrm>
              <a:off x="761962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5" name="Google Shape;185;p11"/>
            <p:cNvCxnSpPr/>
            <p:nvPr/>
          </p:nvCxnSpPr>
          <p:spPr>
            <a:xfrm>
              <a:off x="776848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6" name="Google Shape;186;p11"/>
            <p:cNvCxnSpPr/>
            <p:nvPr/>
          </p:nvCxnSpPr>
          <p:spPr>
            <a:xfrm>
              <a:off x="791735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7" name="Google Shape;187;p11"/>
            <p:cNvCxnSpPr/>
            <p:nvPr/>
          </p:nvCxnSpPr>
          <p:spPr>
            <a:xfrm>
              <a:off x="806622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8" name="Google Shape;188;p11"/>
            <p:cNvCxnSpPr/>
            <p:nvPr/>
          </p:nvCxnSpPr>
          <p:spPr>
            <a:xfrm>
              <a:off x="821508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9" name="Google Shape;189;p11"/>
            <p:cNvCxnSpPr/>
            <p:nvPr/>
          </p:nvCxnSpPr>
          <p:spPr>
            <a:xfrm>
              <a:off x="836395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0" name="Google Shape;190;p11"/>
            <p:cNvCxnSpPr/>
            <p:nvPr/>
          </p:nvCxnSpPr>
          <p:spPr>
            <a:xfrm>
              <a:off x="851282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1" name="Google Shape;191;p11"/>
            <p:cNvCxnSpPr/>
            <p:nvPr/>
          </p:nvCxnSpPr>
          <p:spPr>
            <a:xfrm>
              <a:off x="866169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2" name="Google Shape;192;p11"/>
            <p:cNvCxnSpPr/>
            <p:nvPr/>
          </p:nvCxnSpPr>
          <p:spPr>
            <a:xfrm>
              <a:off x="881055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3" name="Google Shape;193;p11"/>
            <p:cNvCxnSpPr/>
            <p:nvPr/>
          </p:nvCxnSpPr>
          <p:spPr>
            <a:xfrm>
              <a:off x="895942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4" name="Google Shape;194;p11"/>
            <p:cNvCxnSpPr/>
            <p:nvPr/>
          </p:nvCxnSpPr>
          <p:spPr>
            <a:xfrm>
              <a:off x="910829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5" name="Google Shape;195;p11"/>
            <p:cNvCxnSpPr/>
            <p:nvPr/>
          </p:nvCxnSpPr>
          <p:spPr>
            <a:xfrm>
              <a:off x="925715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6" name="Google Shape;196;p11"/>
            <p:cNvCxnSpPr/>
            <p:nvPr/>
          </p:nvCxnSpPr>
          <p:spPr>
            <a:xfrm>
              <a:off x="940602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7" name="Google Shape;197;p11"/>
            <p:cNvCxnSpPr/>
            <p:nvPr/>
          </p:nvCxnSpPr>
          <p:spPr>
            <a:xfrm>
              <a:off x="955489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8" name="Google Shape;198;p11"/>
            <p:cNvCxnSpPr/>
            <p:nvPr/>
          </p:nvCxnSpPr>
          <p:spPr>
            <a:xfrm>
              <a:off x="970375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9" name="Google Shape;199;p11"/>
            <p:cNvCxnSpPr/>
            <p:nvPr/>
          </p:nvCxnSpPr>
          <p:spPr>
            <a:xfrm>
              <a:off x="985262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0" name="Google Shape;200;p11"/>
            <p:cNvCxnSpPr/>
            <p:nvPr/>
          </p:nvCxnSpPr>
          <p:spPr>
            <a:xfrm>
              <a:off x="1000149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1" name="Google Shape;201;p11"/>
            <p:cNvCxnSpPr/>
            <p:nvPr/>
          </p:nvCxnSpPr>
          <p:spPr>
            <a:xfrm>
              <a:off x="1015036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2" name="Google Shape;202;p11"/>
            <p:cNvCxnSpPr/>
            <p:nvPr/>
          </p:nvCxnSpPr>
          <p:spPr>
            <a:xfrm>
              <a:off x="1029922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3" name="Google Shape;203;p11"/>
            <p:cNvCxnSpPr/>
            <p:nvPr/>
          </p:nvCxnSpPr>
          <p:spPr>
            <a:xfrm>
              <a:off x="1044809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4" name="Google Shape;204;p11"/>
            <p:cNvCxnSpPr/>
            <p:nvPr/>
          </p:nvCxnSpPr>
          <p:spPr>
            <a:xfrm>
              <a:off x="1059696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5" name="Google Shape;205;p11"/>
            <p:cNvCxnSpPr/>
            <p:nvPr/>
          </p:nvCxnSpPr>
          <p:spPr>
            <a:xfrm>
              <a:off x="1074582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6" name="Google Shape;206;p11"/>
            <p:cNvCxnSpPr/>
            <p:nvPr/>
          </p:nvCxnSpPr>
          <p:spPr>
            <a:xfrm>
              <a:off x="1089469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7" name="Google Shape;207;p11"/>
            <p:cNvCxnSpPr/>
            <p:nvPr/>
          </p:nvCxnSpPr>
          <p:spPr>
            <a:xfrm>
              <a:off x="1104356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8" name="Google Shape;208;p11"/>
            <p:cNvCxnSpPr/>
            <p:nvPr/>
          </p:nvCxnSpPr>
          <p:spPr>
            <a:xfrm>
              <a:off x="1119242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9" name="Google Shape;209;p11"/>
            <p:cNvCxnSpPr/>
            <p:nvPr/>
          </p:nvCxnSpPr>
          <p:spPr>
            <a:xfrm>
              <a:off x="1134129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0" name="Google Shape;210;p11"/>
            <p:cNvCxnSpPr/>
            <p:nvPr/>
          </p:nvCxnSpPr>
          <p:spPr>
            <a:xfrm>
              <a:off x="1149016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1" name="Google Shape;211;p11"/>
            <p:cNvCxnSpPr/>
            <p:nvPr/>
          </p:nvCxnSpPr>
          <p:spPr>
            <a:xfrm>
              <a:off x="1163903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2" name="Google Shape;212;p11"/>
            <p:cNvCxnSpPr/>
            <p:nvPr/>
          </p:nvCxnSpPr>
          <p:spPr>
            <a:xfrm>
              <a:off x="1178789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3" name="Google Shape;213;p11"/>
            <p:cNvCxnSpPr/>
            <p:nvPr/>
          </p:nvCxnSpPr>
          <p:spPr>
            <a:xfrm>
              <a:off x="1193676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4" name="Google Shape;214;p11"/>
            <p:cNvCxnSpPr/>
            <p:nvPr/>
          </p:nvCxnSpPr>
          <p:spPr>
            <a:xfrm>
              <a:off x="1208563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5" name="Google Shape;215;p11"/>
            <p:cNvCxnSpPr/>
            <p:nvPr/>
          </p:nvCxnSpPr>
          <p:spPr>
            <a:xfrm>
              <a:off x="1223449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6" name="Google Shape;216;p11"/>
            <p:cNvCxnSpPr/>
            <p:nvPr/>
          </p:nvCxnSpPr>
          <p:spPr>
            <a:xfrm>
              <a:off x="1238336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7" name="Google Shape;217;p11"/>
            <p:cNvCxnSpPr/>
            <p:nvPr/>
          </p:nvCxnSpPr>
          <p:spPr>
            <a:xfrm>
              <a:off x="1253223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8" name="Google Shape;218;p11"/>
            <p:cNvCxnSpPr/>
            <p:nvPr/>
          </p:nvCxnSpPr>
          <p:spPr>
            <a:xfrm>
              <a:off x="1268109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9" name="Google Shape;219;p11"/>
            <p:cNvCxnSpPr/>
            <p:nvPr/>
          </p:nvCxnSpPr>
          <p:spPr>
            <a:xfrm>
              <a:off x="1282996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0" name="Google Shape;220;p11"/>
            <p:cNvCxnSpPr/>
            <p:nvPr/>
          </p:nvCxnSpPr>
          <p:spPr>
            <a:xfrm>
              <a:off x="1297883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1" name="Google Shape;221;p11"/>
            <p:cNvCxnSpPr/>
            <p:nvPr/>
          </p:nvCxnSpPr>
          <p:spPr>
            <a:xfrm>
              <a:off x="1312770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2" name="Google Shape;222;p11"/>
            <p:cNvCxnSpPr/>
            <p:nvPr/>
          </p:nvCxnSpPr>
          <p:spPr>
            <a:xfrm>
              <a:off x="1327656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3" name="Google Shape;223;p11"/>
            <p:cNvCxnSpPr/>
            <p:nvPr/>
          </p:nvCxnSpPr>
          <p:spPr>
            <a:xfrm>
              <a:off x="1342543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4" name="Google Shape;224;p11"/>
            <p:cNvCxnSpPr/>
            <p:nvPr/>
          </p:nvCxnSpPr>
          <p:spPr>
            <a:xfrm>
              <a:off x="1357430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5" name="Google Shape;225;p11"/>
            <p:cNvCxnSpPr/>
            <p:nvPr/>
          </p:nvCxnSpPr>
          <p:spPr>
            <a:xfrm>
              <a:off x="1372316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6" name="Google Shape;226;p11"/>
            <p:cNvCxnSpPr/>
            <p:nvPr/>
          </p:nvCxnSpPr>
          <p:spPr>
            <a:xfrm>
              <a:off x="1387203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7" name="Google Shape;227;p11"/>
            <p:cNvCxnSpPr/>
            <p:nvPr/>
          </p:nvCxnSpPr>
          <p:spPr>
            <a:xfrm>
              <a:off x="1402090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8" name="Google Shape;228;p11"/>
            <p:cNvCxnSpPr/>
            <p:nvPr/>
          </p:nvCxnSpPr>
          <p:spPr>
            <a:xfrm>
              <a:off x="1416976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9" name="Google Shape;229;p11"/>
            <p:cNvCxnSpPr/>
            <p:nvPr/>
          </p:nvCxnSpPr>
          <p:spPr>
            <a:xfrm>
              <a:off x="1431863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0" name="Google Shape;230;p11"/>
            <p:cNvCxnSpPr/>
            <p:nvPr/>
          </p:nvCxnSpPr>
          <p:spPr>
            <a:xfrm>
              <a:off x="1446750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1" name="Google Shape;231;p11"/>
            <p:cNvCxnSpPr/>
            <p:nvPr/>
          </p:nvCxnSpPr>
          <p:spPr>
            <a:xfrm>
              <a:off x="1461637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2" name="Google Shape;232;p11"/>
            <p:cNvCxnSpPr/>
            <p:nvPr/>
          </p:nvCxnSpPr>
          <p:spPr>
            <a:xfrm>
              <a:off x="1476523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3" name="Google Shape;233;p11"/>
            <p:cNvCxnSpPr/>
            <p:nvPr/>
          </p:nvCxnSpPr>
          <p:spPr>
            <a:xfrm>
              <a:off x="1491410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4" name="Google Shape;234;p11"/>
            <p:cNvCxnSpPr/>
            <p:nvPr/>
          </p:nvCxnSpPr>
          <p:spPr>
            <a:xfrm>
              <a:off x="1506297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5" name="Google Shape;235;p11"/>
            <p:cNvCxnSpPr/>
            <p:nvPr/>
          </p:nvCxnSpPr>
          <p:spPr>
            <a:xfrm>
              <a:off x="1521183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6" name="Google Shape;236;p11"/>
            <p:cNvCxnSpPr/>
            <p:nvPr/>
          </p:nvCxnSpPr>
          <p:spPr>
            <a:xfrm>
              <a:off x="1536070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7" name="Google Shape;237;p11"/>
            <p:cNvCxnSpPr/>
            <p:nvPr/>
          </p:nvCxnSpPr>
          <p:spPr>
            <a:xfrm>
              <a:off x="1550957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8" name="Google Shape;238;p11"/>
            <p:cNvCxnSpPr/>
            <p:nvPr/>
          </p:nvCxnSpPr>
          <p:spPr>
            <a:xfrm>
              <a:off x="1565843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9" name="Google Shape;239;p11"/>
            <p:cNvCxnSpPr/>
            <p:nvPr/>
          </p:nvCxnSpPr>
          <p:spPr>
            <a:xfrm>
              <a:off x="1580730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0" name="Google Shape;240;p11"/>
            <p:cNvCxnSpPr/>
            <p:nvPr/>
          </p:nvCxnSpPr>
          <p:spPr>
            <a:xfrm>
              <a:off x="1595617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1" name="Google Shape;241;p11"/>
            <p:cNvCxnSpPr/>
            <p:nvPr/>
          </p:nvCxnSpPr>
          <p:spPr>
            <a:xfrm>
              <a:off x="1610504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2" name="Google Shape;242;p11"/>
            <p:cNvCxnSpPr/>
            <p:nvPr/>
          </p:nvCxnSpPr>
          <p:spPr>
            <a:xfrm>
              <a:off x="1625390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3" name="Google Shape;243;p11"/>
            <p:cNvCxnSpPr/>
            <p:nvPr/>
          </p:nvCxnSpPr>
          <p:spPr>
            <a:xfrm>
              <a:off x="1640277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4" name="Google Shape;244;p11"/>
            <p:cNvCxnSpPr/>
            <p:nvPr/>
          </p:nvCxnSpPr>
          <p:spPr>
            <a:xfrm>
              <a:off x="1655164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5" name="Google Shape;245;p11"/>
            <p:cNvCxnSpPr/>
            <p:nvPr/>
          </p:nvCxnSpPr>
          <p:spPr>
            <a:xfrm>
              <a:off x="1670050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6" name="Google Shape;246;p11"/>
            <p:cNvCxnSpPr/>
            <p:nvPr/>
          </p:nvCxnSpPr>
          <p:spPr>
            <a:xfrm>
              <a:off x="1684937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7" name="Google Shape;247;p11"/>
            <p:cNvCxnSpPr/>
            <p:nvPr/>
          </p:nvCxnSpPr>
          <p:spPr>
            <a:xfrm>
              <a:off x="1699824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8" name="Google Shape;248;p11"/>
            <p:cNvCxnSpPr/>
            <p:nvPr/>
          </p:nvCxnSpPr>
          <p:spPr>
            <a:xfrm>
              <a:off x="1714710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9" name="Google Shape;249;p11"/>
            <p:cNvCxnSpPr/>
            <p:nvPr/>
          </p:nvCxnSpPr>
          <p:spPr>
            <a:xfrm>
              <a:off x="1729597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0" name="Google Shape;250;p11"/>
            <p:cNvCxnSpPr/>
            <p:nvPr/>
          </p:nvCxnSpPr>
          <p:spPr>
            <a:xfrm>
              <a:off x="1744484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1" name="Google Shape;251;p11"/>
            <p:cNvCxnSpPr/>
            <p:nvPr/>
          </p:nvCxnSpPr>
          <p:spPr>
            <a:xfrm>
              <a:off x="1759371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2" name="Google Shape;252;p11"/>
            <p:cNvCxnSpPr/>
            <p:nvPr/>
          </p:nvCxnSpPr>
          <p:spPr>
            <a:xfrm>
              <a:off x="1774257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3" name="Google Shape;253;p11"/>
            <p:cNvCxnSpPr/>
            <p:nvPr/>
          </p:nvCxnSpPr>
          <p:spPr>
            <a:xfrm>
              <a:off x="1789144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4" name="Google Shape;254;p11"/>
            <p:cNvCxnSpPr/>
            <p:nvPr/>
          </p:nvCxnSpPr>
          <p:spPr>
            <a:xfrm>
              <a:off x="1804031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5" name="Google Shape;255;p11"/>
            <p:cNvCxnSpPr/>
            <p:nvPr/>
          </p:nvCxnSpPr>
          <p:spPr>
            <a:xfrm>
              <a:off x="1818917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6" name="Google Shape;256;p11"/>
            <p:cNvCxnSpPr/>
            <p:nvPr/>
          </p:nvCxnSpPr>
          <p:spPr>
            <a:xfrm>
              <a:off x="1833804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7" name="Google Shape;257;p11"/>
            <p:cNvCxnSpPr/>
            <p:nvPr/>
          </p:nvCxnSpPr>
          <p:spPr>
            <a:xfrm>
              <a:off x="1848691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8" name="Google Shape;258;p11"/>
            <p:cNvCxnSpPr/>
            <p:nvPr/>
          </p:nvCxnSpPr>
          <p:spPr>
            <a:xfrm>
              <a:off x="1863577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9" name="Google Shape;259;p11"/>
            <p:cNvCxnSpPr/>
            <p:nvPr/>
          </p:nvCxnSpPr>
          <p:spPr>
            <a:xfrm>
              <a:off x="1878464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0" name="Google Shape;260;p11"/>
            <p:cNvCxnSpPr/>
            <p:nvPr/>
          </p:nvCxnSpPr>
          <p:spPr>
            <a:xfrm>
              <a:off x="1893346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261" name="Google Shape;261;p11" descr="Y:\IMMAGINE _COORDINATA_2014\PPT\modello1\loghi_PNG\03_Polimi_logotipo_bandiera-1riga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4898" y="6346378"/>
            <a:ext cx="2780124" cy="289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to 2" type="twoObj">
  <p:cSld name="TWO_OBJECTS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"/>
          <p:cNvSpPr txBox="1">
            <a:spLocks noGrp="1"/>
          </p:cNvSpPr>
          <p:nvPr>
            <p:ph type="title"/>
          </p:nvPr>
        </p:nvSpPr>
        <p:spPr>
          <a:xfrm>
            <a:off x="288521" y="139166"/>
            <a:ext cx="8581043" cy="8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71" name="Google Shape;271;p1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72" name="Google Shape;272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3" name="Google Shape;273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4" name="Google Shape;274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ronto" type="twoTxTwoObj">
  <p:cSld name="TWO_OBJECTS_WITH_TEXT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"/>
          <p:cNvSpPr txBox="1">
            <a:spLocks noGrp="1"/>
          </p:cNvSpPr>
          <p:nvPr>
            <p:ph type="title"/>
          </p:nvPr>
        </p:nvSpPr>
        <p:spPr>
          <a:xfrm>
            <a:off x="288521" y="139166"/>
            <a:ext cx="8581043" cy="8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1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78" name="Google Shape;278;p1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79" name="Google Shape;279;p1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0" name="Google Shape;280;p1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81" name="Google Shape;28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2" name="Google Shape;28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3" name="Google Shape;28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to con didascalia" type="objTx">
  <p:cSld name="OBJECT_WITH_CAPTION_TEXT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96" name="Google Shape;296;p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97" name="Google Shape;297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8" name="Google Shape;298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9" name="Google Shape;299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magine con didascalia" type="picTx">
  <p:cSld name="PICTURE_WITH_CAPTION_TEXT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04" name="Google Shape;304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5" name="Google Shape;305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6" name="Google Shape;306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testo verticale" type="vertTx">
  <p:cSld name="VERTICAL_TEXT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9"/>
          <p:cNvSpPr txBox="1">
            <a:spLocks noGrp="1"/>
          </p:cNvSpPr>
          <p:nvPr>
            <p:ph type="title"/>
          </p:nvPr>
        </p:nvSpPr>
        <p:spPr>
          <a:xfrm>
            <a:off x="288521" y="139166"/>
            <a:ext cx="8581043" cy="8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19"/>
          <p:cNvSpPr txBox="1">
            <a:spLocks noGrp="1"/>
          </p:cNvSpPr>
          <p:nvPr>
            <p:ph type="body" idx="1"/>
          </p:nvPr>
        </p:nvSpPr>
        <p:spPr>
          <a:xfrm rot="5400000">
            <a:off x="2265945" y="-208544"/>
            <a:ext cx="4525963" cy="8143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0" name="Google Shape;310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1" name="Google Shape;311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2" name="Google Shape;312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verticale e testo" type="vertTitleAndTx">
  <p:cSld name="VERTICAL_TITLE_AND_VERTICAL_TEXT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2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6" name="Google Shape;316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7" name="Google Shape;317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8" name="Google Shape;318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iapositiva titolo">
  <p:cSld name="2_Diapositiva titolo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4089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288521" y="139166"/>
            <a:ext cx="8581043" cy="8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143452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»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4" r:id="rId3"/>
    <p:sldLayoutId id="2147483657" r:id="rId4"/>
    <p:sldLayoutId id="2147483658" r:id="rId5"/>
    <p:sldLayoutId id="2147483659" r:id="rId6"/>
    <p:sldLayoutId id="2147483660" r:id="rId7"/>
    <p:sldLayoutId id="2147483661" r:id="rId8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1"/>
          <p:cNvPicPr preferRelativeResize="0"/>
          <p:nvPr/>
        </p:nvPicPr>
        <p:blipFill rotWithShape="1">
          <a:blip r:embed="rId3">
            <a:alphaModFix/>
          </a:blip>
          <a:srcRect t="17598" b="14682"/>
          <a:stretch/>
        </p:blipFill>
        <p:spPr>
          <a:xfrm>
            <a:off x="0" y="0"/>
            <a:ext cx="9144000" cy="414972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"/>
          <p:cNvSpPr txBox="1">
            <a:spLocks noGrp="1"/>
          </p:cNvSpPr>
          <p:nvPr>
            <p:ph type="ctrTitle" idx="4294967295"/>
          </p:nvPr>
        </p:nvSpPr>
        <p:spPr>
          <a:xfrm>
            <a:off x="641534" y="4149725"/>
            <a:ext cx="7772400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it-IT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Titolo presentazione</a:t>
            </a:r>
            <a:br>
              <a:rPr lang="it-IT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sottotitolo</a:t>
            </a:r>
            <a:endParaRPr sz="22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"/>
          <p:cNvSpPr txBox="1">
            <a:spLocks noGrp="1"/>
          </p:cNvSpPr>
          <p:nvPr>
            <p:ph type="subTitle" idx="4294967295"/>
          </p:nvPr>
        </p:nvSpPr>
        <p:spPr>
          <a:xfrm>
            <a:off x="641534" y="5608300"/>
            <a:ext cx="77724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Noto Sans Symbols"/>
              <a:buNone/>
            </a:pPr>
            <a:r>
              <a:rPr lang="it-IT" sz="2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Milano, XX mese 20XX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6" name="Google Shape;326;p1" descr="Y:\IMMAGINE _COORDINATA_2014\LOGO_UFFICIALE\01_Polimi_centrato\eps\01_Polimi_centrato_COL_negativ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14725" y="1996654"/>
            <a:ext cx="2133600" cy="1573118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"/>
          <p:cNvSpPr/>
          <p:nvPr/>
        </p:nvSpPr>
        <p:spPr>
          <a:xfrm>
            <a:off x="0" y="3826183"/>
            <a:ext cx="9144000" cy="3025776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8" name="Google Shape;328;p1"/>
          <p:cNvGrpSpPr/>
          <p:nvPr/>
        </p:nvGrpSpPr>
        <p:grpSpPr>
          <a:xfrm>
            <a:off x="48007" y="3816351"/>
            <a:ext cx="9036647" cy="180000"/>
            <a:chOff x="1218340" y="275867"/>
            <a:chExt cx="17715122" cy="567843"/>
          </a:xfrm>
        </p:grpSpPr>
        <p:cxnSp>
          <p:nvCxnSpPr>
            <p:cNvPr id="329" name="Google Shape;329;p1"/>
            <p:cNvCxnSpPr/>
            <p:nvPr/>
          </p:nvCxnSpPr>
          <p:spPr>
            <a:xfrm>
              <a:off x="121834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0" name="Google Shape;330;p1"/>
            <p:cNvCxnSpPr/>
            <p:nvPr/>
          </p:nvCxnSpPr>
          <p:spPr>
            <a:xfrm>
              <a:off x="136720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1" name="Google Shape;331;p1"/>
            <p:cNvCxnSpPr/>
            <p:nvPr/>
          </p:nvCxnSpPr>
          <p:spPr>
            <a:xfrm>
              <a:off x="151607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2" name="Google Shape;332;p1"/>
            <p:cNvCxnSpPr/>
            <p:nvPr/>
          </p:nvCxnSpPr>
          <p:spPr>
            <a:xfrm>
              <a:off x="166494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3" name="Google Shape;333;p1"/>
            <p:cNvCxnSpPr/>
            <p:nvPr/>
          </p:nvCxnSpPr>
          <p:spPr>
            <a:xfrm>
              <a:off x="181380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4" name="Google Shape;334;p1"/>
            <p:cNvCxnSpPr/>
            <p:nvPr/>
          </p:nvCxnSpPr>
          <p:spPr>
            <a:xfrm>
              <a:off x="196267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5" name="Google Shape;335;p1"/>
            <p:cNvCxnSpPr/>
            <p:nvPr/>
          </p:nvCxnSpPr>
          <p:spPr>
            <a:xfrm>
              <a:off x="211154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6" name="Google Shape;336;p1"/>
            <p:cNvCxnSpPr/>
            <p:nvPr/>
          </p:nvCxnSpPr>
          <p:spPr>
            <a:xfrm>
              <a:off x="226040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7" name="Google Shape;337;p1"/>
            <p:cNvCxnSpPr/>
            <p:nvPr/>
          </p:nvCxnSpPr>
          <p:spPr>
            <a:xfrm>
              <a:off x="240927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8" name="Google Shape;338;p1"/>
            <p:cNvCxnSpPr/>
            <p:nvPr/>
          </p:nvCxnSpPr>
          <p:spPr>
            <a:xfrm>
              <a:off x="255814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9" name="Google Shape;339;p1"/>
            <p:cNvCxnSpPr/>
            <p:nvPr/>
          </p:nvCxnSpPr>
          <p:spPr>
            <a:xfrm>
              <a:off x="270701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0" name="Google Shape;340;p1"/>
            <p:cNvCxnSpPr/>
            <p:nvPr/>
          </p:nvCxnSpPr>
          <p:spPr>
            <a:xfrm>
              <a:off x="285587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1" name="Google Shape;341;p1"/>
            <p:cNvCxnSpPr/>
            <p:nvPr/>
          </p:nvCxnSpPr>
          <p:spPr>
            <a:xfrm>
              <a:off x="300474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2" name="Google Shape;342;p1"/>
            <p:cNvCxnSpPr/>
            <p:nvPr/>
          </p:nvCxnSpPr>
          <p:spPr>
            <a:xfrm>
              <a:off x="315361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3" name="Google Shape;343;p1"/>
            <p:cNvCxnSpPr/>
            <p:nvPr/>
          </p:nvCxnSpPr>
          <p:spPr>
            <a:xfrm>
              <a:off x="330247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4" name="Google Shape;344;p1"/>
            <p:cNvCxnSpPr/>
            <p:nvPr/>
          </p:nvCxnSpPr>
          <p:spPr>
            <a:xfrm>
              <a:off x="345134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5" name="Google Shape;345;p1"/>
            <p:cNvCxnSpPr/>
            <p:nvPr/>
          </p:nvCxnSpPr>
          <p:spPr>
            <a:xfrm>
              <a:off x="360021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6" name="Google Shape;346;p1"/>
            <p:cNvCxnSpPr/>
            <p:nvPr/>
          </p:nvCxnSpPr>
          <p:spPr>
            <a:xfrm>
              <a:off x="374907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7" name="Google Shape;347;p1"/>
            <p:cNvCxnSpPr/>
            <p:nvPr/>
          </p:nvCxnSpPr>
          <p:spPr>
            <a:xfrm>
              <a:off x="389794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8" name="Google Shape;348;p1"/>
            <p:cNvCxnSpPr/>
            <p:nvPr/>
          </p:nvCxnSpPr>
          <p:spPr>
            <a:xfrm>
              <a:off x="404681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9" name="Google Shape;349;p1"/>
            <p:cNvCxnSpPr/>
            <p:nvPr/>
          </p:nvCxnSpPr>
          <p:spPr>
            <a:xfrm>
              <a:off x="419568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0" name="Google Shape;350;p1"/>
            <p:cNvCxnSpPr/>
            <p:nvPr/>
          </p:nvCxnSpPr>
          <p:spPr>
            <a:xfrm>
              <a:off x="434454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1" name="Google Shape;351;p1"/>
            <p:cNvCxnSpPr/>
            <p:nvPr/>
          </p:nvCxnSpPr>
          <p:spPr>
            <a:xfrm>
              <a:off x="449341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2" name="Google Shape;352;p1"/>
            <p:cNvCxnSpPr/>
            <p:nvPr/>
          </p:nvCxnSpPr>
          <p:spPr>
            <a:xfrm>
              <a:off x="464228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3" name="Google Shape;353;p1"/>
            <p:cNvCxnSpPr/>
            <p:nvPr/>
          </p:nvCxnSpPr>
          <p:spPr>
            <a:xfrm>
              <a:off x="479114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4" name="Google Shape;354;p1"/>
            <p:cNvCxnSpPr/>
            <p:nvPr/>
          </p:nvCxnSpPr>
          <p:spPr>
            <a:xfrm>
              <a:off x="494001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5" name="Google Shape;355;p1"/>
            <p:cNvCxnSpPr/>
            <p:nvPr/>
          </p:nvCxnSpPr>
          <p:spPr>
            <a:xfrm>
              <a:off x="508888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6" name="Google Shape;356;p1"/>
            <p:cNvCxnSpPr/>
            <p:nvPr/>
          </p:nvCxnSpPr>
          <p:spPr>
            <a:xfrm>
              <a:off x="523774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7" name="Google Shape;357;p1"/>
            <p:cNvCxnSpPr/>
            <p:nvPr/>
          </p:nvCxnSpPr>
          <p:spPr>
            <a:xfrm>
              <a:off x="538661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8" name="Google Shape;358;p1"/>
            <p:cNvCxnSpPr/>
            <p:nvPr/>
          </p:nvCxnSpPr>
          <p:spPr>
            <a:xfrm>
              <a:off x="553548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9" name="Google Shape;359;p1"/>
            <p:cNvCxnSpPr/>
            <p:nvPr/>
          </p:nvCxnSpPr>
          <p:spPr>
            <a:xfrm>
              <a:off x="568435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0" name="Google Shape;360;p1"/>
            <p:cNvCxnSpPr/>
            <p:nvPr/>
          </p:nvCxnSpPr>
          <p:spPr>
            <a:xfrm>
              <a:off x="583321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1" name="Google Shape;361;p1"/>
            <p:cNvCxnSpPr/>
            <p:nvPr/>
          </p:nvCxnSpPr>
          <p:spPr>
            <a:xfrm>
              <a:off x="598208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2" name="Google Shape;362;p1"/>
            <p:cNvCxnSpPr/>
            <p:nvPr/>
          </p:nvCxnSpPr>
          <p:spPr>
            <a:xfrm>
              <a:off x="613095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3" name="Google Shape;363;p1"/>
            <p:cNvCxnSpPr/>
            <p:nvPr/>
          </p:nvCxnSpPr>
          <p:spPr>
            <a:xfrm>
              <a:off x="627981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4" name="Google Shape;364;p1"/>
            <p:cNvCxnSpPr/>
            <p:nvPr/>
          </p:nvCxnSpPr>
          <p:spPr>
            <a:xfrm>
              <a:off x="642868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5" name="Google Shape;365;p1"/>
            <p:cNvCxnSpPr/>
            <p:nvPr/>
          </p:nvCxnSpPr>
          <p:spPr>
            <a:xfrm>
              <a:off x="657755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6" name="Google Shape;366;p1"/>
            <p:cNvCxnSpPr/>
            <p:nvPr/>
          </p:nvCxnSpPr>
          <p:spPr>
            <a:xfrm>
              <a:off x="672641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7" name="Google Shape;367;p1"/>
            <p:cNvCxnSpPr/>
            <p:nvPr/>
          </p:nvCxnSpPr>
          <p:spPr>
            <a:xfrm>
              <a:off x="687528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8" name="Google Shape;368;p1"/>
            <p:cNvCxnSpPr/>
            <p:nvPr/>
          </p:nvCxnSpPr>
          <p:spPr>
            <a:xfrm>
              <a:off x="702415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9" name="Google Shape;369;p1"/>
            <p:cNvCxnSpPr/>
            <p:nvPr/>
          </p:nvCxnSpPr>
          <p:spPr>
            <a:xfrm>
              <a:off x="717302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0" name="Google Shape;370;p1"/>
            <p:cNvCxnSpPr/>
            <p:nvPr/>
          </p:nvCxnSpPr>
          <p:spPr>
            <a:xfrm>
              <a:off x="732188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1" name="Google Shape;371;p1"/>
            <p:cNvCxnSpPr/>
            <p:nvPr/>
          </p:nvCxnSpPr>
          <p:spPr>
            <a:xfrm>
              <a:off x="747075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2" name="Google Shape;372;p1"/>
            <p:cNvCxnSpPr/>
            <p:nvPr/>
          </p:nvCxnSpPr>
          <p:spPr>
            <a:xfrm>
              <a:off x="761962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3" name="Google Shape;373;p1"/>
            <p:cNvCxnSpPr/>
            <p:nvPr/>
          </p:nvCxnSpPr>
          <p:spPr>
            <a:xfrm>
              <a:off x="776848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4" name="Google Shape;374;p1"/>
            <p:cNvCxnSpPr/>
            <p:nvPr/>
          </p:nvCxnSpPr>
          <p:spPr>
            <a:xfrm>
              <a:off x="791735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5" name="Google Shape;375;p1"/>
            <p:cNvCxnSpPr/>
            <p:nvPr/>
          </p:nvCxnSpPr>
          <p:spPr>
            <a:xfrm>
              <a:off x="806622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6" name="Google Shape;376;p1"/>
            <p:cNvCxnSpPr/>
            <p:nvPr/>
          </p:nvCxnSpPr>
          <p:spPr>
            <a:xfrm>
              <a:off x="821508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7" name="Google Shape;377;p1"/>
            <p:cNvCxnSpPr/>
            <p:nvPr/>
          </p:nvCxnSpPr>
          <p:spPr>
            <a:xfrm>
              <a:off x="836395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8" name="Google Shape;378;p1"/>
            <p:cNvCxnSpPr/>
            <p:nvPr/>
          </p:nvCxnSpPr>
          <p:spPr>
            <a:xfrm>
              <a:off x="851282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9" name="Google Shape;379;p1"/>
            <p:cNvCxnSpPr/>
            <p:nvPr/>
          </p:nvCxnSpPr>
          <p:spPr>
            <a:xfrm>
              <a:off x="866169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0" name="Google Shape;380;p1"/>
            <p:cNvCxnSpPr/>
            <p:nvPr/>
          </p:nvCxnSpPr>
          <p:spPr>
            <a:xfrm>
              <a:off x="881055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1" name="Google Shape;381;p1"/>
            <p:cNvCxnSpPr/>
            <p:nvPr/>
          </p:nvCxnSpPr>
          <p:spPr>
            <a:xfrm>
              <a:off x="895942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2" name="Google Shape;382;p1"/>
            <p:cNvCxnSpPr/>
            <p:nvPr/>
          </p:nvCxnSpPr>
          <p:spPr>
            <a:xfrm>
              <a:off x="910829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3" name="Google Shape;383;p1"/>
            <p:cNvCxnSpPr/>
            <p:nvPr/>
          </p:nvCxnSpPr>
          <p:spPr>
            <a:xfrm>
              <a:off x="925715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4" name="Google Shape;384;p1"/>
            <p:cNvCxnSpPr/>
            <p:nvPr/>
          </p:nvCxnSpPr>
          <p:spPr>
            <a:xfrm>
              <a:off x="940602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5" name="Google Shape;385;p1"/>
            <p:cNvCxnSpPr/>
            <p:nvPr/>
          </p:nvCxnSpPr>
          <p:spPr>
            <a:xfrm>
              <a:off x="955489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6" name="Google Shape;386;p1"/>
            <p:cNvCxnSpPr/>
            <p:nvPr/>
          </p:nvCxnSpPr>
          <p:spPr>
            <a:xfrm>
              <a:off x="970375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7" name="Google Shape;387;p1"/>
            <p:cNvCxnSpPr/>
            <p:nvPr/>
          </p:nvCxnSpPr>
          <p:spPr>
            <a:xfrm>
              <a:off x="985262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8" name="Google Shape;388;p1"/>
            <p:cNvCxnSpPr/>
            <p:nvPr/>
          </p:nvCxnSpPr>
          <p:spPr>
            <a:xfrm>
              <a:off x="1000149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9" name="Google Shape;389;p1"/>
            <p:cNvCxnSpPr/>
            <p:nvPr/>
          </p:nvCxnSpPr>
          <p:spPr>
            <a:xfrm>
              <a:off x="1015036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0" name="Google Shape;390;p1"/>
            <p:cNvCxnSpPr/>
            <p:nvPr/>
          </p:nvCxnSpPr>
          <p:spPr>
            <a:xfrm>
              <a:off x="1029922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1" name="Google Shape;391;p1"/>
            <p:cNvCxnSpPr/>
            <p:nvPr/>
          </p:nvCxnSpPr>
          <p:spPr>
            <a:xfrm>
              <a:off x="1044809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2" name="Google Shape;392;p1"/>
            <p:cNvCxnSpPr/>
            <p:nvPr/>
          </p:nvCxnSpPr>
          <p:spPr>
            <a:xfrm>
              <a:off x="1059696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3" name="Google Shape;393;p1"/>
            <p:cNvCxnSpPr/>
            <p:nvPr/>
          </p:nvCxnSpPr>
          <p:spPr>
            <a:xfrm>
              <a:off x="1074582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4" name="Google Shape;394;p1"/>
            <p:cNvCxnSpPr/>
            <p:nvPr/>
          </p:nvCxnSpPr>
          <p:spPr>
            <a:xfrm>
              <a:off x="1089469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5" name="Google Shape;395;p1"/>
            <p:cNvCxnSpPr/>
            <p:nvPr/>
          </p:nvCxnSpPr>
          <p:spPr>
            <a:xfrm>
              <a:off x="1104356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6" name="Google Shape;396;p1"/>
            <p:cNvCxnSpPr/>
            <p:nvPr/>
          </p:nvCxnSpPr>
          <p:spPr>
            <a:xfrm>
              <a:off x="1119242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7" name="Google Shape;397;p1"/>
            <p:cNvCxnSpPr/>
            <p:nvPr/>
          </p:nvCxnSpPr>
          <p:spPr>
            <a:xfrm>
              <a:off x="1134129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8" name="Google Shape;398;p1"/>
            <p:cNvCxnSpPr/>
            <p:nvPr/>
          </p:nvCxnSpPr>
          <p:spPr>
            <a:xfrm>
              <a:off x="1149016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9" name="Google Shape;399;p1"/>
            <p:cNvCxnSpPr/>
            <p:nvPr/>
          </p:nvCxnSpPr>
          <p:spPr>
            <a:xfrm>
              <a:off x="1163903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0" name="Google Shape;400;p1"/>
            <p:cNvCxnSpPr/>
            <p:nvPr/>
          </p:nvCxnSpPr>
          <p:spPr>
            <a:xfrm>
              <a:off x="1178789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1" name="Google Shape;401;p1"/>
            <p:cNvCxnSpPr/>
            <p:nvPr/>
          </p:nvCxnSpPr>
          <p:spPr>
            <a:xfrm>
              <a:off x="1193676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2" name="Google Shape;402;p1"/>
            <p:cNvCxnSpPr/>
            <p:nvPr/>
          </p:nvCxnSpPr>
          <p:spPr>
            <a:xfrm>
              <a:off x="1208563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3" name="Google Shape;403;p1"/>
            <p:cNvCxnSpPr/>
            <p:nvPr/>
          </p:nvCxnSpPr>
          <p:spPr>
            <a:xfrm>
              <a:off x="1223449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4" name="Google Shape;404;p1"/>
            <p:cNvCxnSpPr/>
            <p:nvPr/>
          </p:nvCxnSpPr>
          <p:spPr>
            <a:xfrm>
              <a:off x="1238336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5" name="Google Shape;405;p1"/>
            <p:cNvCxnSpPr/>
            <p:nvPr/>
          </p:nvCxnSpPr>
          <p:spPr>
            <a:xfrm>
              <a:off x="1253223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6" name="Google Shape;406;p1"/>
            <p:cNvCxnSpPr/>
            <p:nvPr/>
          </p:nvCxnSpPr>
          <p:spPr>
            <a:xfrm>
              <a:off x="1268109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7" name="Google Shape;407;p1"/>
            <p:cNvCxnSpPr/>
            <p:nvPr/>
          </p:nvCxnSpPr>
          <p:spPr>
            <a:xfrm>
              <a:off x="1282996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8" name="Google Shape;408;p1"/>
            <p:cNvCxnSpPr/>
            <p:nvPr/>
          </p:nvCxnSpPr>
          <p:spPr>
            <a:xfrm>
              <a:off x="1297883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9" name="Google Shape;409;p1"/>
            <p:cNvCxnSpPr/>
            <p:nvPr/>
          </p:nvCxnSpPr>
          <p:spPr>
            <a:xfrm>
              <a:off x="1312770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0" name="Google Shape;410;p1"/>
            <p:cNvCxnSpPr/>
            <p:nvPr/>
          </p:nvCxnSpPr>
          <p:spPr>
            <a:xfrm>
              <a:off x="1327656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1" name="Google Shape;411;p1"/>
            <p:cNvCxnSpPr/>
            <p:nvPr/>
          </p:nvCxnSpPr>
          <p:spPr>
            <a:xfrm>
              <a:off x="1342543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2" name="Google Shape;412;p1"/>
            <p:cNvCxnSpPr/>
            <p:nvPr/>
          </p:nvCxnSpPr>
          <p:spPr>
            <a:xfrm>
              <a:off x="1357430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3" name="Google Shape;413;p1"/>
            <p:cNvCxnSpPr/>
            <p:nvPr/>
          </p:nvCxnSpPr>
          <p:spPr>
            <a:xfrm>
              <a:off x="1372316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4" name="Google Shape;414;p1"/>
            <p:cNvCxnSpPr/>
            <p:nvPr/>
          </p:nvCxnSpPr>
          <p:spPr>
            <a:xfrm>
              <a:off x="1387203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5" name="Google Shape;415;p1"/>
            <p:cNvCxnSpPr/>
            <p:nvPr/>
          </p:nvCxnSpPr>
          <p:spPr>
            <a:xfrm>
              <a:off x="1402090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6" name="Google Shape;416;p1"/>
            <p:cNvCxnSpPr/>
            <p:nvPr/>
          </p:nvCxnSpPr>
          <p:spPr>
            <a:xfrm>
              <a:off x="1416976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7" name="Google Shape;417;p1"/>
            <p:cNvCxnSpPr/>
            <p:nvPr/>
          </p:nvCxnSpPr>
          <p:spPr>
            <a:xfrm>
              <a:off x="1431863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8" name="Google Shape;418;p1"/>
            <p:cNvCxnSpPr/>
            <p:nvPr/>
          </p:nvCxnSpPr>
          <p:spPr>
            <a:xfrm>
              <a:off x="1446750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9" name="Google Shape;419;p1"/>
            <p:cNvCxnSpPr/>
            <p:nvPr/>
          </p:nvCxnSpPr>
          <p:spPr>
            <a:xfrm>
              <a:off x="1461637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0" name="Google Shape;420;p1"/>
            <p:cNvCxnSpPr/>
            <p:nvPr/>
          </p:nvCxnSpPr>
          <p:spPr>
            <a:xfrm>
              <a:off x="1476523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1" name="Google Shape;421;p1"/>
            <p:cNvCxnSpPr/>
            <p:nvPr/>
          </p:nvCxnSpPr>
          <p:spPr>
            <a:xfrm>
              <a:off x="1491410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2" name="Google Shape;422;p1"/>
            <p:cNvCxnSpPr/>
            <p:nvPr/>
          </p:nvCxnSpPr>
          <p:spPr>
            <a:xfrm>
              <a:off x="1506297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3" name="Google Shape;423;p1"/>
            <p:cNvCxnSpPr/>
            <p:nvPr/>
          </p:nvCxnSpPr>
          <p:spPr>
            <a:xfrm>
              <a:off x="1521183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4" name="Google Shape;424;p1"/>
            <p:cNvCxnSpPr/>
            <p:nvPr/>
          </p:nvCxnSpPr>
          <p:spPr>
            <a:xfrm>
              <a:off x="1536070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5" name="Google Shape;425;p1"/>
            <p:cNvCxnSpPr/>
            <p:nvPr/>
          </p:nvCxnSpPr>
          <p:spPr>
            <a:xfrm>
              <a:off x="1550957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6" name="Google Shape;426;p1"/>
            <p:cNvCxnSpPr/>
            <p:nvPr/>
          </p:nvCxnSpPr>
          <p:spPr>
            <a:xfrm>
              <a:off x="1565843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7" name="Google Shape;427;p1"/>
            <p:cNvCxnSpPr/>
            <p:nvPr/>
          </p:nvCxnSpPr>
          <p:spPr>
            <a:xfrm>
              <a:off x="1580730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8" name="Google Shape;428;p1"/>
            <p:cNvCxnSpPr/>
            <p:nvPr/>
          </p:nvCxnSpPr>
          <p:spPr>
            <a:xfrm>
              <a:off x="1595617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9" name="Google Shape;429;p1"/>
            <p:cNvCxnSpPr/>
            <p:nvPr/>
          </p:nvCxnSpPr>
          <p:spPr>
            <a:xfrm>
              <a:off x="1610504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30" name="Google Shape;430;p1"/>
            <p:cNvCxnSpPr/>
            <p:nvPr/>
          </p:nvCxnSpPr>
          <p:spPr>
            <a:xfrm>
              <a:off x="1625390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31" name="Google Shape;431;p1"/>
            <p:cNvCxnSpPr/>
            <p:nvPr/>
          </p:nvCxnSpPr>
          <p:spPr>
            <a:xfrm>
              <a:off x="1640277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32" name="Google Shape;432;p1"/>
            <p:cNvCxnSpPr/>
            <p:nvPr/>
          </p:nvCxnSpPr>
          <p:spPr>
            <a:xfrm>
              <a:off x="1655164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33" name="Google Shape;433;p1"/>
            <p:cNvCxnSpPr/>
            <p:nvPr/>
          </p:nvCxnSpPr>
          <p:spPr>
            <a:xfrm>
              <a:off x="1670050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34" name="Google Shape;434;p1"/>
            <p:cNvCxnSpPr/>
            <p:nvPr/>
          </p:nvCxnSpPr>
          <p:spPr>
            <a:xfrm>
              <a:off x="1684937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35" name="Google Shape;435;p1"/>
            <p:cNvCxnSpPr/>
            <p:nvPr/>
          </p:nvCxnSpPr>
          <p:spPr>
            <a:xfrm>
              <a:off x="1699824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36" name="Google Shape;436;p1"/>
            <p:cNvCxnSpPr/>
            <p:nvPr/>
          </p:nvCxnSpPr>
          <p:spPr>
            <a:xfrm>
              <a:off x="1714710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37" name="Google Shape;437;p1"/>
            <p:cNvCxnSpPr/>
            <p:nvPr/>
          </p:nvCxnSpPr>
          <p:spPr>
            <a:xfrm>
              <a:off x="1729597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38" name="Google Shape;438;p1"/>
            <p:cNvCxnSpPr/>
            <p:nvPr/>
          </p:nvCxnSpPr>
          <p:spPr>
            <a:xfrm>
              <a:off x="1744484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39" name="Google Shape;439;p1"/>
            <p:cNvCxnSpPr/>
            <p:nvPr/>
          </p:nvCxnSpPr>
          <p:spPr>
            <a:xfrm>
              <a:off x="1759371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0" name="Google Shape;440;p1"/>
            <p:cNvCxnSpPr/>
            <p:nvPr/>
          </p:nvCxnSpPr>
          <p:spPr>
            <a:xfrm>
              <a:off x="1774257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1" name="Google Shape;441;p1"/>
            <p:cNvCxnSpPr/>
            <p:nvPr/>
          </p:nvCxnSpPr>
          <p:spPr>
            <a:xfrm>
              <a:off x="1789144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2" name="Google Shape;442;p1"/>
            <p:cNvCxnSpPr/>
            <p:nvPr/>
          </p:nvCxnSpPr>
          <p:spPr>
            <a:xfrm>
              <a:off x="1804031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3" name="Google Shape;443;p1"/>
            <p:cNvCxnSpPr/>
            <p:nvPr/>
          </p:nvCxnSpPr>
          <p:spPr>
            <a:xfrm>
              <a:off x="1818917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4" name="Google Shape;444;p1"/>
            <p:cNvCxnSpPr/>
            <p:nvPr/>
          </p:nvCxnSpPr>
          <p:spPr>
            <a:xfrm>
              <a:off x="1833804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5" name="Google Shape;445;p1"/>
            <p:cNvCxnSpPr/>
            <p:nvPr/>
          </p:nvCxnSpPr>
          <p:spPr>
            <a:xfrm>
              <a:off x="1848691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6" name="Google Shape;446;p1"/>
            <p:cNvCxnSpPr/>
            <p:nvPr/>
          </p:nvCxnSpPr>
          <p:spPr>
            <a:xfrm>
              <a:off x="1863577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7" name="Google Shape;447;p1"/>
            <p:cNvCxnSpPr/>
            <p:nvPr/>
          </p:nvCxnSpPr>
          <p:spPr>
            <a:xfrm>
              <a:off x="1878464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8" name="Google Shape;448;p1"/>
            <p:cNvCxnSpPr/>
            <p:nvPr/>
          </p:nvCxnSpPr>
          <p:spPr>
            <a:xfrm>
              <a:off x="1893346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449" name="Google Shape;449;p1"/>
          <p:cNvSpPr txBox="1"/>
          <p:nvPr/>
        </p:nvSpPr>
        <p:spPr>
          <a:xfrm>
            <a:off x="204281" y="4095069"/>
            <a:ext cx="8792240" cy="175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it-IT" sz="3600" b="1" dirty="0" err="1">
                <a:solidFill>
                  <a:schemeClr val="lt1"/>
                </a:solidFill>
              </a:rPr>
              <a:t>Biomolecular</a:t>
            </a:r>
            <a:r>
              <a:rPr lang="it-IT" sz="3600" b="1" dirty="0">
                <a:solidFill>
                  <a:schemeClr val="lt1"/>
                </a:solidFill>
              </a:rPr>
              <a:t> Modelling </a:t>
            </a:r>
            <a:r>
              <a:rPr lang="it-IT" sz="3600" b="1" dirty="0" err="1">
                <a:solidFill>
                  <a:schemeClr val="lt1"/>
                </a:solidFill>
              </a:rPr>
              <a:t>Laboratory</a:t>
            </a:r>
            <a:r>
              <a:rPr lang="it-IT" sz="3600" b="1" dirty="0">
                <a:solidFill>
                  <a:schemeClr val="lt1"/>
                </a:solidFill>
              </a:rPr>
              <a:t>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it-IT" sz="3600" b="1" dirty="0">
                <a:solidFill>
                  <a:schemeClr val="lt1"/>
                </a:solidFill>
              </a:rPr>
              <a:t>17/12/2025 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BFD47AF-E618-B09A-85A0-D077F0A6F0C0}"/>
              </a:ext>
            </a:extLst>
          </p:cNvPr>
          <p:cNvSpPr txBox="1"/>
          <p:nvPr/>
        </p:nvSpPr>
        <p:spPr>
          <a:xfrm>
            <a:off x="204281" y="5942898"/>
            <a:ext cx="35364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None/>
            </a:pPr>
            <a:r>
              <a:rPr lang="it-IT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Veronica Di Gennaro – 278187 </a:t>
            </a:r>
          </a:p>
          <a:p>
            <a:pPr algn="just"/>
            <a:r>
              <a:rPr lang="it-IT">
                <a:solidFill>
                  <a:schemeClr val="bg1"/>
                </a:solidFill>
              </a:rPr>
              <a:t>Beatrice Lino </a:t>
            </a:r>
            <a:r>
              <a:rPr lang="it-IT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it-IT">
                <a:solidFill>
                  <a:schemeClr val="bg1"/>
                </a:solidFill>
              </a:rPr>
              <a:t> 259093</a:t>
            </a:r>
          </a:p>
          <a:p>
            <a:pPr algn="just"/>
            <a:r>
              <a:rPr lang="it-IT">
                <a:solidFill>
                  <a:schemeClr val="bg1"/>
                </a:solidFill>
              </a:rPr>
              <a:t>Leonardo </a:t>
            </a:r>
            <a:r>
              <a:rPr lang="it-IT" err="1">
                <a:solidFill>
                  <a:schemeClr val="bg1"/>
                </a:solidFill>
              </a:rPr>
              <a:t>Scappatura</a:t>
            </a:r>
            <a:r>
              <a:rPr lang="it-IT">
                <a:solidFill>
                  <a:schemeClr val="bg1"/>
                </a:solidFill>
              </a:rPr>
              <a:t> – 276285</a:t>
            </a:r>
          </a:p>
        </p:txBody>
      </p:sp>
    </p:spTree>
    <p:extLst>
      <p:ext uri="{BB962C8B-B14F-4D97-AF65-F5344CB8AC3E}">
        <p14:creationId xmlns:p14="http://schemas.microsoft.com/office/powerpoint/2010/main" val="1567726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9D5ECA-2F5E-83F9-8135-E36361E0B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200" dirty="0"/>
              <a:t>Protein 2LYZ</a:t>
            </a:r>
          </a:p>
        </p:txBody>
      </p:sp>
      <p:pic>
        <p:nvPicPr>
          <p:cNvPr id="5" name="Immagine 4" descr="Immagine che contiene schizzo, disegno, disegno al tratto, arte&#10;&#10;Il contenuto generato dall'IA potrebbe non essere corretto.">
            <a:extLst>
              <a:ext uri="{FF2B5EF4-FFF2-40B4-BE49-F238E27FC236}">
                <a16:creationId xmlns:a16="http://schemas.microsoft.com/office/drawing/2014/main" id="{1CDA654E-5B16-D182-E029-90A8FE5F5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9020" y="2122090"/>
            <a:ext cx="3210544" cy="2613819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3F14BF39-2587-460F-71E4-B1292AE0F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436" y="1834278"/>
            <a:ext cx="538458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2LYZ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Hen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Egg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-White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Lysozyme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(HEWL)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it-IT" altLang="it-IT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Hydrolytic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enzyme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involved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bacterial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cell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wall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degradation</a:t>
            </a:r>
            <a:endParaRPr kumimoji="0" lang="it-IT" altLang="it-IT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it-IT" altLang="it-IT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solved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X-ray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diffraction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deposited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Protein Data Bank (PDB)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it-IT" altLang="it-IT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Biological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cleavage of β(1→4)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glycosidic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bonds in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peptidoglycan</a:t>
            </a:r>
            <a:endParaRPr kumimoji="0" lang="it-IT" altLang="it-IT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it-IT" altLang="it-IT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Globular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protein compose of α-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helices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β-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sheets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coil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regions</a:t>
            </a:r>
            <a:endParaRPr kumimoji="0" lang="it-IT" altLang="it-IT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8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75F68-DDAF-ACDF-F419-105C07135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589;p30">
            <a:extLst>
              <a:ext uri="{FF2B5EF4-FFF2-40B4-BE49-F238E27FC236}">
                <a16:creationId xmlns:a16="http://schemas.microsoft.com/office/drawing/2014/main" id="{5C8DADDA-C164-0E9D-4D96-61CEB0093577}"/>
              </a:ext>
            </a:extLst>
          </p:cNvPr>
          <p:cNvSpPr/>
          <p:nvPr/>
        </p:nvSpPr>
        <p:spPr>
          <a:xfrm>
            <a:off x="199883" y="6387921"/>
            <a:ext cx="2936123" cy="304763"/>
          </a:xfrm>
          <a:prstGeom prst="rect">
            <a:avLst/>
          </a:prstGeom>
          <a:solidFill>
            <a:srgbClr val="728FA5"/>
          </a:solidFill>
          <a:ln w="9525" cap="flat" cmpd="sng">
            <a:solidFill>
              <a:srgbClr val="728F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1A045D43-2276-CDC4-B96D-C421F1745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3200" dirty="0"/>
              <a:t>Project goal and strategies</a:t>
            </a:r>
            <a:endParaRPr lang="it-IT" sz="2000" dirty="0"/>
          </a:p>
        </p:txBody>
      </p:sp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5351A58B-AA48-8C8C-7B3A-5025234156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/>
            <a:r>
              <a:rPr lang="it-IT" dirty="0"/>
              <a:t>Goal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it-IT" dirty="0" err="1"/>
              <a:t>Enhance</a:t>
            </a:r>
            <a:r>
              <a:rPr lang="it-IT" dirty="0"/>
              <a:t> </a:t>
            </a:r>
            <a:r>
              <a:rPr lang="it-IT" dirty="0" err="1"/>
              <a:t>structural</a:t>
            </a:r>
            <a:r>
              <a:rPr lang="it-IT" dirty="0"/>
              <a:t> </a:t>
            </a:r>
            <a:r>
              <a:rPr lang="it-IT" dirty="0" err="1"/>
              <a:t>stability</a:t>
            </a:r>
            <a:r>
              <a:rPr lang="it-IT" dirty="0"/>
              <a:t> of the protein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it-IT" dirty="0"/>
          </a:p>
          <a:p>
            <a:pPr marL="228600" indent="0"/>
            <a:r>
              <a:rPr lang="it-IT" dirty="0"/>
              <a:t>Strategies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it-IT" dirty="0"/>
              <a:t>MD </a:t>
            </a:r>
            <a:r>
              <a:rPr lang="it-IT" dirty="0" err="1"/>
              <a:t>simulations</a:t>
            </a:r>
            <a:endParaRPr lang="it-IT" dirty="0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it-IT" dirty="0" err="1"/>
              <a:t>Structural</a:t>
            </a:r>
            <a:r>
              <a:rPr lang="it-IT" dirty="0"/>
              <a:t> </a:t>
            </a:r>
            <a:r>
              <a:rPr lang="it-IT" dirty="0" err="1"/>
              <a:t>analysis</a:t>
            </a:r>
            <a:endParaRPr lang="it-IT" dirty="0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it-IT" dirty="0" err="1"/>
              <a:t>Mutation</a:t>
            </a:r>
            <a:r>
              <a:rPr lang="it-IT" dirty="0"/>
              <a:t> and </a:t>
            </a:r>
            <a:r>
              <a:rPr lang="it-IT" dirty="0" err="1"/>
              <a:t>energetic</a:t>
            </a:r>
            <a:r>
              <a:rPr lang="it-IT" dirty="0"/>
              <a:t> </a:t>
            </a:r>
            <a:r>
              <a:rPr lang="it-IT" dirty="0" err="1"/>
              <a:t>pretiction</a:t>
            </a:r>
            <a:r>
              <a:rPr lang="it-IT" dirty="0"/>
              <a:t> with </a:t>
            </a:r>
            <a:r>
              <a:rPr lang="it-IT" dirty="0" err="1"/>
              <a:t>FoldX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51407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9DCD7-FC4C-9C21-0F66-CFF5D6ED0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589;p30">
            <a:extLst>
              <a:ext uri="{FF2B5EF4-FFF2-40B4-BE49-F238E27FC236}">
                <a16:creationId xmlns:a16="http://schemas.microsoft.com/office/drawing/2014/main" id="{00D99C9A-A001-A7E9-BAC3-A860D14396B3}"/>
              </a:ext>
            </a:extLst>
          </p:cNvPr>
          <p:cNvSpPr/>
          <p:nvPr/>
        </p:nvSpPr>
        <p:spPr>
          <a:xfrm>
            <a:off x="199883" y="6387921"/>
            <a:ext cx="2936123" cy="304763"/>
          </a:xfrm>
          <a:prstGeom prst="rect">
            <a:avLst/>
          </a:prstGeom>
          <a:solidFill>
            <a:srgbClr val="728FA5"/>
          </a:solidFill>
          <a:ln w="9525" cap="flat" cmpd="sng">
            <a:solidFill>
              <a:srgbClr val="728F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42182809-1448-C283-BC06-BB6664C47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3200" dirty="0" err="1"/>
              <a:t>Simulations</a:t>
            </a:r>
            <a:r>
              <a:rPr lang="it-IT" sz="3200" dirty="0"/>
              <a:t> setup</a:t>
            </a:r>
            <a:endParaRPr lang="it-IT" sz="2000" dirty="0"/>
          </a:p>
        </p:txBody>
      </p:sp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BCA86871-383F-DEAD-F92A-B0D460326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it-IT" dirty="0" err="1"/>
              <a:t>Simulation</a:t>
            </a:r>
            <a:r>
              <a:rPr lang="it-IT" dirty="0"/>
              <a:t> </a:t>
            </a:r>
            <a:r>
              <a:rPr lang="it-IT" dirty="0" err="1"/>
              <a:t>temperatures</a:t>
            </a:r>
            <a:r>
              <a:rPr lang="it-IT" dirty="0"/>
              <a:t>: 300K, 400K and 500K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it-IT" dirty="0"/>
              <a:t>Data </a:t>
            </a:r>
            <a:r>
              <a:rPr lang="it-IT" dirty="0" err="1"/>
              <a:t>analysis</a:t>
            </a:r>
            <a:r>
              <a:rPr lang="it-IT" dirty="0"/>
              <a:t>: </a:t>
            </a:r>
          </a:p>
          <a:p>
            <a:pPr marL="1028700" lvl="1">
              <a:buFont typeface="Courier New" panose="02070309020205020404" pitchFamily="49" charset="0"/>
              <a:buChar char="o"/>
            </a:pPr>
            <a:r>
              <a:rPr lang="it-IT" dirty="0" err="1"/>
              <a:t>secondary</a:t>
            </a:r>
            <a:r>
              <a:rPr lang="it-IT" dirty="0"/>
              <a:t> </a:t>
            </a:r>
            <a:r>
              <a:rPr lang="it-IT" dirty="0" err="1"/>
              <a:t>structure</a:t>
            </a:r>
            <a:r>
              <a:rPr lang="it-IT" dirty="0"/>
              <a:t> </a:t>
            </a:r>
            <a:r>
              <a:rPr lang="it-IT" dirty="0" err="1"/>
              <a:t>evolution</a:t>
            </a:r>
            <a:endParaRPr lang="it-IT" dirty="0"/>
          </a:p>
          <a:p>
            <a:pPr marL="1028700" lvl="1">
              <a:buFont typeface="Courier New" panose="02070309020205020404" pitchFamily="49" charset="0"/>
              <a:buChar char="o"/>
            </a:pPr>
            <a:r>
              <a:rPr lang="it-IT" dirty="0"/>
              <a:t>RMSF</a:t>
            </a:r>
          </a:p>
          <a:p>
            <a:pPr marL="1028700" lvl="1">
              <a:buFont typeface="Courier New" panose="02070309020205020404" pitchFamily="49" charset="0"/>
              <a:buChar char="o"/>
            </a:pPr>
            <a:r>
              <a:rPr lang="it-IT" dirty="0" err="1"/>
              <a:t>Q</a:t>
            </a:r>
            <a:r>
              <a:rPr lang="it-IT" dirty="0"/>
              <a:t>-Value</a:t>
            </a:r>
          </a:p>
          <a:p>
            <a:pPr marL="1028700" lvl="1">
              <a:buFont typeface="Courier New" panose="02070309020205020404" pitchFamily="49" charset="0"/>
              <a:buChar char="o"/>
            </a:pPr>
            <a:endParaRPr lang="it-IT" dirty="0"/>
          </a:p>
          <a:p>
            <a:pPr marL="1028700" lvl="1">
              <a:buFont typeface="Courier New" panose="02070309020205020404" pitchFamily="49" charset="0"/>
              <a:buChar char="o"/>
            </a:pPr>
            <a:endParaRPr lang="it-IT" dirty="0"/>
          </a:p>
          <a:p>
            <a:pPr marL="1028700" lvl="1">
              <a:buFont typeface="Courier New" panose="02070309020205020404" pitchFamily="49" charset="0"/>
              <a:buChar char="o"/>
            </a:pPr>
            <a:r>
              <a:rPr lang="it-IT" dirty="0"/>
              <a:t>Immagine RMSF simulazioni di </a:t>
            </a:r>
            <a:r>
              <a:rPr lang="it-IT" dirty="0" err="1"/>
              <a:t>prot</a:t>
            </a:r>
            <a:r>
              <a:rPr lang="it-IT" dirty="0"/>
              <a:t> WT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D25D433-9C85-DAC8-A3A8-122D68A66A21}"/>
              </a:ext>
            </a:extLst>
          </p:cNvPr>
          <p:cNvSpPr txBox="1"/>
          <p:nvPr/>
        </p:nvSpPr>
        <p:spPr>
          <a:xfrm>
            <a:off x="749300" y="5562600"/>
            <a:ext cx="61350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ym typeface="Wingdings" pitchFamily="2" charset="2"/>
              </a:rPr>
              <a:t> ARG21, LEU75 and ASP101 </a:t>
            </a:r>
            <a:r>
              <a:rPr lang="it-IT" dirty="0" err="1">
                <a:sym typeface="Wingdings" pitchFamily="2" charset="2"/>
              </a:rPr>
              <a:t>resulted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as</a:t>
            </a:r>
            <a:r>
              <a:rPr lang="it-IT" dirty="0">
                <a:sym typeface="Wingdings" pitchFamily="2" charset="2"/>
              </a:rPr>
              <a:t> the </a:t>
            </a:r>
            <a:r>
              <a:rPr lang="it-IT" dirty="0" err="1">
                <a:sym typeface="Wingdings" pitchFamily="2" charset="2"/>
              </a:rPr>
              <a:t>most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instable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amminoacids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33677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D2692-AAE5-BF0C-6293-CC3A7C190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A89A20-A161-643F-9F1F-75A7AADE4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200" dirty="0" err="1"/>
              <a:t>Rationale</a:t>
            </a:r>
            <a:r>
              <a:rPr lang="it-IT" sz="3200" dirty="0"/>
              <a:t> of </a:t>
            </a:r>
            <a:r>
              <a:rPr lang="it-IT" sz="3200" dirty="0" err="1"/>
              <a:t>selected</a:t>
            </a:r>
            <a:r>
              <a:rPr lang="it-IT" sz="3200" dirty="0"/>
              <a:t> </a:t>
            </a:r>
            <a:r>
              <a:rPr lang="it-IT" sz="3200" dirty="0" err="1"/>
              <a:t>mutations</a:t>
            </a:r>
            <a:endParaRPr lang="it-IT" sz="3200" dirty="0"/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07BA41C4-87D9-0A9B-2C06-03A1A58CAD47}"/>
              </a:ext>
            </a:extLst>
          </p:cNvPr>
          <p:cNvGraphicFramePr>
            <a:graphicFrameLocks noGrp="1"/>
          </p:cNvGraphicFramePr>
          <p:nvPr/>
        </p:nvGraphicFramePr>
        <p:xfrm>
          <a:off x="914197" y="2082800"/>
          <a:ext cx="7329690" cy="29260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3230">
                  <a:extLst>
                    <a:ext uri="{9D8B030D-6E8A-4147-A177-3AD203B41FA5}">
                      <a16:colId xmlns:a16="http://schemas.microsoft.com/office/drawing/2014/main" val="1016926334"/>
                    </a:ext>
                  </a:extLst>
                </a:gridCol>
                <a:gridCol w="2443230">
                  <a:extLst>
                    <a:ext uri="{9D8B030D-6E8A-4147-A177-3AD203B41FA5}">
                      <a16:colId xmlns:a16="http://schemas.microsoft.com/office/drawing/2014/main" val="2784518326"/>
                    </a:ext>
                  </a:extLst>
                </a:gridCol>
                <a:gridCol w="2443230">
                  <a:extLst>
                    <a:ext uri="{9D8B030D-6E8A-4147-A177-3AD203B41FA5}">
                      <a16:colId xmlns:a16="http://schemas.microsoft.com/office/drawing/2014/main" val="712310914"/>
                    </a:ext>
                  </a:extLst>
                </a:gridCol>
              </a:tblGrid>
              <a:tr h="544908">
                <a:tc>
                  <a:txBody>
                    <a:bodyPr/>
                    <a:lstStyle/>
                    <a:p>
                      <a:r>
                        <a:rPr lang="it-IT" dirty="0"/>
                        <a:t>Residue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Structural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context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Mutations</a:t>
                      </a:r>
                      <a:r>
                        <a:rPr lang="it-IT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081165"/>
                  </a:ext>
                </a:extLst>
              </a:tr>
              <a:tr h="1074887">
                <a:tc>
                  <a:txBody>
                    <a:bodyPr/>
                    <a:lstStyle/>
                    <a:p>
                      <a:r>
                        <a:rPr lang="it-IT" sz="1800" dirty="0"/>
                        <a:t>ARG 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it-IT" dirty="0"/>
                        <a:t>H-bonds and </a:t>
                      </a:r>
                      <a:r>
                        <a:rPr lang="it-IT" dirty="0" err="1"/>
                        <a:t>aromatic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contacts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it-IT" dirty="0" err="1"/>
                        <a:t>Flexibility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reduction</a:t>
                      </a:r>
                      <a:r>
                        <a:rPr lang="it-IT" dirty="0"/>
                        <a:t>, </a:t>
                      </a:r>
                      <a:r>
                        <a:rPr lang="it-IT" dirty="0" err="1"/>
                        <a:t>but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manteinance</a:t>
                      </a:r>
                      <a:r>
                        <a:rPr lang="it-IT" dirty="0"/>
                        <a:t> of interactions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934762"/>
                  </a:ext>
                </a:extLst>
              </a:tr>
              <a:tr h="544908">
                <a:tc>
                  <a:txBody>
                    <a:bodyPr/>
                    <a:lstStyle/>
                    <a:p>
                      <a:r>
                        <a:rPr lang="it-IT" sz="1800" dirty="0"/>
                        <a:t>LEU 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it-IT" dirty="0"/>
                        <a:t>H-bonds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it-IT" dirty="0" err="1"/>
                        <a:t>Packing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optimization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953222"/>
                  </a:ext>
                </a:extLst>
              </a:tr>
              <a:tr h="761378">
                <a:tc>
                  <a:txBody>
                    <a:bodyPr/>
                    <a:lstStyle/>
                    <a:p>
                      <a:r>
                        <a:rPr lang="it-IT" sz="1800" dirty="0"/>
                        <a:t>ASP 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it-IT" dirty="0" err="1"/>
                        <a:t>Near</a:t>
                      </a:r>
                      <a:r>
                        <a:rPr lang="it-IT" dirty="0"/>
                        <a:t> to </a:t>
                      </a:r>
                      <a:r>
                        <a:rPr lang="it-IT" dirty="0" err="1"/>
                        <a:t>aromatic</a:t>
                      </a:r>
                      <a:r>
                        <a:rPr lang="it-IT" dirty="0"/>
                        <a:t> rings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it-IT" dirty="0" err="1"/>
                        <a:t>Charge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modification</a:t>
                      </a:r>
                      <a:r>
                        <a:rPr lang="it-IT" dirty="0"/>
                        <a:t> to </a:t>
                      </a:r>
                      <a:r>
                        <a:rPr lang="it-IT" dirty="0" err="1"/>
                        <a:t>enhance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stability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3175321"/>
                  </a:ext>
                </a:extLst>
              </a:tr>
            </a:tbl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98C04E0E-4BAF-FF6E-3196-3D8965405CA6}"/>
              </a:ext>
            </a:extLst>
          </p:cNvPr>
          <p:cNvSpPr txBox="1"/>
          <p:nvPr/>
        </p:nvSpPr>
        <p:spPr>
          <a:xfrm>
            <a:off x="914197" y="5512496"/>
            <a:ext cx="74687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ym typeface="Wingdings" pitchFamily="2" charset="2"/>
              </a:rPr>
              <a:t> </a:t>
            </a:r>
            <a:r>
              <a:rPr lang="it-IT" dirty="0" err="1"/>
              <a:t>Mutations</a:t>
            </a:r>
            <a:r>
              <a:rPr lang="it-IT" dirty="0"/>
              <a:t> </a:t>
            </a:r>
            <a:r>
              <a:rPr lang="it-IT" dirty="0" err="1"/>
              <a:t>were</a:t>
            </a:r>
            <a:r>
              <a:rPr lang="it-IT" dirty="0"/>
              <a:t> </a:t>
            </a:r>
            <a:r>
              <a:rPr lang="it-IT" dirty="0" err="1"/>
              <a:t>designed</a:t>
            </a:r>
            <a:r>
              <a:rPr lang="it-IT" dirty="0"/>
              <a:t> to </a:t>
            </a:r>
            <a:r>
              <a:rPr lang="it-IT" dirty="0" err="1"/>
              <a:t>enhance</a:t>
            </a:r>
            <a:r>
              <a:rPr lang="it-IT" dirty="0"/>
              <a:t> </a:t>
            </a:r>
            <a:r>
              <a:rPr lang="it-IT" dirty="0" err="1"/>
              <a:t>local</a:t>
            </a:r>
            <a:r>
              <a:rPr lang="it-IT" dirty="0"/>
              <a:t> interactions, </a:t>
            </a:r>
            <a:r>
              <a:rPr lang="it-IT" dirty="0" err="1"/>
              <a:t>not</a:t>
            </a:r>
            <a:r>
              <a:rPr lang="it-IT" dirty="0"/>
              <a:t> to </a:t>
            </a:r>
            <a:r>
              <a:rPr lang="it-IT" dirty="0" err="1"/>
              <a:t>disrupt</a:t>
            </a:r>
            <a:r>
              <a:rPr lang="it-IT" dirty="0"/>
              <a:t> the global </a:t>
            </a:r>
            <a:r>
              <a:rPr lang="it-IT" dirty="0" err="1"/>
              <a:t>structure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06345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EAAD76-0484-507B-B4BD-2DDD80AD6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200" dirty="0" err="1"/>
              <a:t>Results</a:t>
            </a:r>
            <a:r>
              <a:rPr lang="it-IT" sz="3200" dirty="0"/>
              <a:t> of the </a:t>
            </a:r>
            <a:r>
              <a:rPr lang="it-IT" sz="3200" dirty="0" err="1"/>
              <a:t>simulations</a:t>
            </a:r>
            <a:endParaRPr lang="it-IT" sz="320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E142833-6063-C048-068C-E21D34FEF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" y="1910080"/>
            <a:ext cx="5006394" cy="3512820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94FC99D6-E623-E9EB-3624-735E0976091E}"/>
              </a:ext>
            </a:extLst>
          </p:cNvPr>
          <p:cNvSpPr txBox="1"/>
          <p:nvPr/>
        </p:nvSpPr>
        <p:spPr>
          <a:xfrm>
            <a:off x="5892800" y="2259449"/>
            <a:ext cx="29767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sostituire ASP101 con ASN; gly71 e arg114</a:t>
            </a:r>
          </a:p>
        </p:txBody>
      </p:sp>
    </p:spTree>
    <p:extLst>
      <p:ext uri="{BB962C8B-B14F-4D97-AF65-F5344CB8AC3E}">
        <p14:creationId xmlns:p14="http://schemas.microsoft.com/office/powerpoint/2010/main" val="3763038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100C9-C83A-7289-9D1E-B7E968F6A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2FAB1B-D127-DBAF-8D61-EDD457BF5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200" dirty="0" err="1"/>
              <a:t>Results</a:t>
            </a:r>
            <a:r>
              <a:rPr lang="it-IT" sz="3200" dirty="0"/>
              <a:t> of the </a:t>
            </a:r>
            <a:r>
              <a:rPr lang="it-IT" sz="3200" dirty="0" err="1"/>
              <a:t>simulations</a:t>
            </a:r>
            <a:r>
              <a:rPr lang="it-IT" sz="3200" dirty="0"/>
              <a:t> – </a:t>
            </a:r>
            <a:r>
              <a:rPr lang="it-IT" sz="3200" dirty="0" err="1"/>
              <a:t>mut</a:t>
            </a:r>
            <a:r>
              <a:rPr lang="it-IT" sz="3200" dirty="0"/>
              <a:t> 1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60CC59D-9297-5DAD-26B7-AC0B6512D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4459"/>
            <a:ext cx="5384800" cy="3782822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ADD5F69-BAEB-0508-6AA0-9A937F2CA570}"/>
              </a:ext>
            </a:extLst>
          </p:cNvPr>
          <p:cNvSpPr txBox="1"/>
          <p:nvPr/>
        </p:nvSpPr>
        <p:spPr>
          <a:xfrm>
            <a:off x="5458376" y="2641600"/>
            <a:ext cx="36856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Che mutazioni sono state fatte esattamente </a:t>
            </a:r>
          </a:p>
        </p:txBody>
      </p:sp>
    </p:spTree>
    <p:extLst>
      <p:ext uri="{BB962C8B-B14F-4D97-AF65-F5344CB8AC3E}">
        <p14:creationId xmlns:p14="http://schemas.microsoft.com/office/powerpoint/2010/main" val="1063506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E6966-F927-4636-6702-3AF5F68A3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3B67C7-E578-FB35-4C6F-04E322D9E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200" dirty="0" err="1"/>
              <a:t>Results</a:t>
            </a:r>
            <a:r>
              <a:rPr lang="it-IT" sz="3200" dirty="0"/>
              <a:t> of the </a:t>
            </a:r>
            <a:r>
              <a:rPr lang="it-IT" sz="3200" dirty="0" err="1"/>
              <a:t>simulations</a:t>
            </a:r>
            <a:endParaRPr lang="it-IT" sz="32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84E84A4-54D6-6855-DBF4-0EC19626E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1710691"/>
            <a:ext cx="5180884" cy="367411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67A34C62-9887-C571-6141-4F9AA2A1AC2A}"/>
              </a:ext>
            </a:extLst>
          </p:cNvPr>
          <p:cNvSpPr txBox="1"/>
          <p:nvPr/>
        </p:nvSpPr>
        <p:spPr>
          <a:xfrm>
            <a:off x="6070600" y="2252990"/>
            <a:ext cx="2387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 segue esattamente l'andamento sia a 500K che a 300K</a:t>
            </a:r>
          </a:p>
        </p:txBody>
      </p:sp>
    </p:spTree>
    <p:extLst>
      <p:ext uri="{BB962C8B-B14F-4D97-AF65-F5344CB8AC3E}">
        <p14:creationId xmlns:p14="http://schemas.microsoft.com/office/powerpoint/2010/main" val="773305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6ADCC-B99B-567D-0760-DE6CC6E8B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C68BAC-6120-0954-5FBC-2891129B8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200" dirty="0" err="1"/>
              <a:t>Conclusions</a:t>
            </a:r>
            <a:endParaRPr lang="it-IT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89F442-A12E-651D-DCF8-61F661AEC1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48237" y="2141121"/>
            <a:ext cx="824752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High-temperature molecular dynamics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simulations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proved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effective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identifying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instability</a:t>
            </a:r>
            <a:endParaRPr kumimoji="0" lang="it-IT" altLang="it-IT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mutation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resulted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a clear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overall protein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stability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Among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tested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variants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Mut3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exhibited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favorable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balance in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terms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structural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stability</a:t>
            </a:r>
            <a:endParaRPr lang="it-IT" altLang="it-IT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required</a:t>
            </a:r>
            <a:r>
              <a:rPr kumimoji="0" lang="it-IT" altLang="it-IT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extensive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trial-and-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combined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a deep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residue-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specific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interactions and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their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structural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dynamical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roles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within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protein.</a:t>
            </a:r>
          </a:p>
        </p:txBody>
      </p:sp>
    </p:spTree>
    <p:extLst>
      <p:ext uri="{BB962C8B-B14F-4D97-AF65-F5344CB8AC3E}">
        <p14:creationId xmlns:p14="http://schemas.microsoft.com/office/powerpoint/2010/main" val="716519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41264-4B93-88FF-0F71-126BA8D35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CFE930A2-4BCB-CF57-9A4B-1E8F16EE61A4}"/>
              </a:ext>
            </a:extLst>
          </p:cNvPr>
          <p:cNvSpPr txBox="1"/>
          <p:nvPr/>
        </p:nvSpPr>
        <p:spPr>
          <a:xfrm>
            <a:off x="1276350" y="5019773"/>
            <a:ext cx="6591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>
                <a:solidFill>
                  <a:schemeClr val="bg2"/>
                </a:solidFill>
              </a:rPr>
              <a:t>Thank </a:t>
            </a:r>
            <a:r>
              <a:rPr lang="it-IT" sz="3600" b="1" err="1">
                <a:solidFill>
                  <a:schemeClr val="bg2"/>
                </a:solidFill>
              </a:rPr>
              <a:t>you</a:t>
            </a:r>
            <a:r>
              <a:rPr lang="it-IT" sz="3600" b="1">
                <a:solidFill>
                  <a:schemeClr val="bg2"/>
                </a:solidFill>
              </a:rPr>
              <a:t> for </a:t>
            </a:r>
            <a:r>
              <a:rPr lang="it-IT" sz="3600" b="1" err="1">
                <a:solidFill>
                  <a:schemeClr val="bg2"/>
                </a:solidFill>
              </a:rPr>
              <a:t>your</a:t>
            </a:r>
            <a:r>
              <a:rPr lang="it-IT" sz="3600" b="1">
                <a:solidFill>
                  <a:schemeClr val="bg2"/>
                </a:solidFill>
              </a:rPr>
              <a:t> </a:t>
            </a:r>
            <a:r>
              <a:rPr lang="it-IT" sz="3600" b="1" err="1">
                <a:solidFill>
                  <a:schemeClr val="bg2"/>
                </a:solidFill>
              </a:rPr>
              <a:t>attention</a:t>
            </a:r>
            <a:r>
              <a:rPr lang="it-IT" sz="3600" b="1">
                <a:solidFill>
                  <a:schemeClr val="bg2"/>
                </a:solidFill>
              </a:rPr>
              <a:t>!</a:t>
            </a:r>
          </a:p>
        </p:txBody>
      </p:sp>
      <p:pic>
        <p:nvPicPr>
          <p:cNvPr id="1026" name="Picture 2" descr="Cytochrome P450 enzymes: understanding the... | F1000Research">
            <a:extLst>
              <a:ext uri="{FF2B5EF4-FFF2-40B4-BE49-F238E27FC236}">
                <a16:creationId xmlns:a16="http://schemas.microsoft.com/office/drawing/2014/main" id="{48016A67-C5FA-A600-B534-EDD28FD7B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6326" y="1515061"/>
            <a:ext cx="4491348" cy="3350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8021393"/>
      </p:ext>
    </p:extLst>
  </p:cSld>
  <p:clrMapOvr>
    <a:masterClrMapping/>
  </p:clrMapOvr>
</p:sld>
</file>

<file path=ppt/theme/theme1.xml><?xml version="1.0" encoding="utf-8"?>
<a:theme xmlns:a="http://schemas.openxmlformats.org/drawingml/2006/main" name="POLI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06a6710-772c-4179-afa8-1537aaf95b8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96761C9ABD7294A9BC7C0FC0FB5ECCB" ma:contentTypeVersion="9" ma:contentTypeDescription="Creare un nuovo documento." ma:contentTypeScope="" ma:versionID="40baabec8c24f57ecf253907ae68aabe">
  <xsd:schema xmlns:xsd="http://www.w3.org/2001/XMLSchema" xmlns:xs="http://www.w3.org/2001/XMLSchema" xmlns:p="http://schemas.microsoft.com/office/2006/metadata/properties" xmlns:ns3="106a6710-772c-4179-afa8-1537aaf95b8f" xmlns:ns4="d6c79ae5-7ff6-4eb0-87ff-0b289d115072" targetNamespace="http://schemas.microsoft.com/office/2006/metadata/properties" ma:root="true" ma:fieldsID="d598b375bf8829efc8453eeb5f2c845f" ns3:_="" ns4:_="">
    <xsd:import namespace="106a6710-772c-4179-afa8-1537aaf95b8f"/>
    <xsd:import namespace="d6c79ae5-7ff6-4eb0-87ff-0b289d11507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6a6710-772c-4179-afa8-1537aaf95b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c79ae5-7ff6-4eb0-87ff-0b289d11507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9AD3E0-FBAE-4CAB-B8F9-B3F2E37DF71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43ED5BB-03DF-4FF2-A378-E13BB6E5EF0C}">
  <ds:schemaRefs>
    <ds:schemaRef ds:uri="http://www.w3.org/XML/1998/namespace"/>
    <ds:schemaRef ds:uri="http://purl.org/dc/elements/1.1/"/>
    <ds:schemaRef ds:uri="http://purl.org/dc/dcmitype/"/>
    <ds:schemaRef ds:uri="http://schemas.microsoft.com/office/2006/documentManagement/types"/>
    <ds:schemaRef ds:uri="106a6710-772c-4179-afa8-1537aaf95b8f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d6c79ae5-7ff6-4eb0-87ff-0b289d115072"/>
  </ds:schemaRefs>
</ds:datastoreItem>
</file>

<file path=customXml/itemProps3.xml><?xml version="1.0" encoding="utf-8"?>
<ds:datastoreItem xmlns:ds="http://schemas.openxmlformats.org/officeDocument/2006/customXml" ds:itemID="{4041C72A-C6A1-4FDE-BD34-1BF76AB2CF50}">
  <ds:schemaRefs>
    <ds:schemaRef ds:uri="106a6710-772c-4179-afa8-1537aaf95b8f"/>
    <ds:schemaRef ds:uri="d6c79ae5-7ff6-4eb0-87ff-0b289d11507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</Words>
  <Application>Microsoft Macintosh PowerPoint</Application>
  <PresentationFormat>Presentazione su schermo (4:3)</PresentationFormat>
  <Paragraphs>64</Paragraphs>
  <Slides>10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6" baseType="lpstr">
      <vt:lpstr>Arial</vt:lpstr>
      <vt:lpstr>Calibri</vt:lpstr>
      <vt:lpstr>Courier New</vt:lpstr>
      <vt:lpstr>Noto Sans Symbols</vt:lpstr>
      <vt:lpstr>Wingdings</vt:lpstr>
      <vt:lpstr>POLI</vt:lpstr>
      <vt:lpstr>Titolo presentazione sottotitolo</vt:lpstr>
      <vt:lpstr>Protein 2LYZ</vt:lpstr>
      <vt:lpstr>Project goal and strategies</vt:lpstr>
      <vt:lpstr>Simulations setup</vt:lpstr>
      <vt:lpstr>Rationale of selected mutations</vt:lpstr>
      <vt:lpstr>Results of the simulations</vt:lpstr>
      <vt:lpstr>Results of the simulations – mut 1</vt:lpstr>
      <vt:lpstr>Results of the simulations</vt:lpstr>
      <vt:lpstr>Conclusions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Titolo presentazione sottotitolo</dc:title>
  <dc:creator>Mattia Brambilla</dc:creator>
  <cp:lastModifiedBy>Beatrice Lino</cp:lastModifiedBy>
  <cp:revision>2</cp:revision>
  <dcterms:created xsi:type="dcterms:W3CDTF">2015-05-26T12:27:57Z</dcterms:created>
  <dcterms:modified xsi:type="dcterms:W3CDTF">2025-12-14T19:58:57Z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0x010100A96761C9ABD7294A9BC7C0FC0FB5ECCB</vt:lpwstr>
  </property>
</Properties>
</file>